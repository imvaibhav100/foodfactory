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4A19"/>
                </a:solidFill>
              </a:defRPr>
            </a:pPr>
            <a:r>
              <a:t>FoodFactory 🍽️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Modern Full-Stack Food Ordering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A500"/>
                </a:solidFill>
              </a:defRPr>
            </a:pPr>
            <a:r>
              <a:t>by Vaibhav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0"/>
            <a:ext cx="3657600" cy="457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FoodFactory is a modern, full-stack food ordering web application designed to revolutionize the online food delivery experience.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Built with enterprise-grade technologies, FoodFactory provides: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 seamless platform for users to browse and order delicious food online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Robust admin management capabilities for efficient operations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Secure authentication and user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Beautiful, responsive design for optimal user experience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This project demonstrates real-world application development with industry best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👤 User Management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Secure user registration &amp; login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Password visibility toggle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🍕 Product Browsing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Wide variety of food items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Intuitive product catalog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Category-based organization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🛒 Order Management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Seamless order placement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Order success confirmation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User-friendly checkout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⚙️ Admin Dashboard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Complete user management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Product CRUD operations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Admin account management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🎨 Modern UI/UX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Responsive design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Beautiful CSS styling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Mobile-friendly interface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🔒 Security Features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Spring Security integration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Secure authentication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Data validation &amp;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2860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657600" cy="18288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💻 Backend Technologies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Java 17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Spring Boot 3.1.3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Spring Security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Spring Data JPA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Maven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657600" cy="18288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🎨 Frontend Technologies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Thymeleaf Templates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HTML5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CSS3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JavaScript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Responsive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365760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🗄️ Database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MySQL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JPA/Hibernate ORM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JDBC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365760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🛠️ Development Tools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Git &amp; GitHub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Spring Boot DevTools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Maven Build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Architecture &amp; Design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32004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🏗️ MVC Architecture Pattern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Model: Entity classes with JPA annotations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View: Thymeleaf templates for dynamic rendering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Controller: RESTful controllers handling HTTP requests</a:t>
            </a:r>
          </a:p>
          <a:p>
            <a:pPr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📦 Layered Architecture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Controller Layer: Request handling and routing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Service Layer: Business logic implementation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Repository Layer: Data access with Spring Data JPA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Entity Layer: Domain models and database mapping</a:t>
            </a:r>
          </a:p>
          <a:p>
            <a:pPr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🎯 Key Design Principles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Separation of Concerns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Dependency Injection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Single Responsibility Principle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• RESTful API design conventions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Challenges Faced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32004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🔐 Security Implementation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Challenge: Implementing secure authentication and authorization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Solution: Integrated Spring Security with custom user details service and password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🎨 UI/UX Consistency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Challenge: Maintaining consistent design across multiple pages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Solution: Created modular CSS files and reusable Thymeleaf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💾 Database Integration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Challenge: Managing complex entity relationships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Solution: Utilized JPA annotations and Spring Data repositories for efficient data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56032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56616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/>
            </a:pPr>
            <a:r>
              <a:t>✨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Production-Ready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Enterprise-grade code with proper error handling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2011680"/>
            <a:ext cx="356616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/>
            </a:pPr>
            <a:r>
              <a:t>🚀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Scalable Architecture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Modular design that supports future enhancements and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56616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/>
            </a:pPr>
            <a:r>
              <a:t>📱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Responsive Design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Works seamlessly across desktop, tablet, and mobile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840480"/>
            <a:ext cx="3566160" cy="1371600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/>
            </a:pPr>
            <a:r>
              <a:t>🔄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E64A19"/>
                </a:solidFill>
              </a:defRPr>
            </a:pPr>
            <a:r>
              <a:t>Real-Time Operations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Dynamic content updates and seamless user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56032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🔮 Planned Features &amp; Improvements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💳 Payment Gateway Integration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Support for multiple payment methods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Secure online transactions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📍 Real-Time Order Tracking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Live order status updates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GPS-based delivery tracking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🤖 AI-Powered Recommendations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Personalized food suggestions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Smart ordering based on preferences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📊 Analytics Dashboard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Sales reports and insights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User behavior analytics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🌐 Multi-Language Support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• Internationalization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64A19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200400"/>
          </a:xfrm>
          <a:prstGeom prst="rect">
            <a:avLst/>
          </a:prstGeom>
          <a:solidFill>
            <a:srgbClr val="FFF8F0"/>
          </a:solidFill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FoodFactory successfully demonstrates the implementation of a full-featured, production-ready food ordering platform using modern web technologies.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Key Takeaways:</a:t>
            </a:r>
          </a:p>
          <a:p>
            <a:pPr>
              <a:spcAft>
                <a:spcPts val="800"/>
              </a:spcAft>
              <a:defRPr sz="1600" b="0">
                <a:solidFill>
                  <a:srgbClr val="228B22"/>
                </a:solidFill>
              </a:defRPr>
            </a:pPr>
            <a:r>
              <a:t>✓ Robust backend with Spring Boot and Spring Security</a:t>
            </a:r>
          </a:p>
          <a:p>
            <a:pPr>
              <a:spcAft>
                <a:spcPts val="800"/>
              </a:spcAft>
              <a:defRPr sz="1600" b="0">
                <a:solidFill>
                  <a:srgbClr val="228B22"/>
                </a:solidFill>
              </a:defRPr>
            </a:pPr>
            <a:r>
              <a:t>✓ Intuitive frontend with Thymeleaf and responsive design</a:t>
            </a:r>
          </a:p>
          <a:p>
            <a:pPr>
              <a:spcAft>
                <a:spcPts val="800"/>
              </a:spcAft>
              <a:defRPr sz="1600" b="0">
                <a:solidFill>
                  <a:srgbClr val="228B22"/>
                </a:solidFill>
              </a:defRPr>
            </a:pPr>
            <a:r>
              <a:t>✓ Scalable architecture following industry best practices</a:t>
            </a:r>
          </a:p>
          <a:p>
            <a:pPr>
              <a:spcAft>
                <a:spcPts val="800"/>
              </a:spcAft>
              <a:defRPr sz="1600" b="0">
                <a:solidFill>
                  <a:srgbClr val="228B22"/>
                </a:solidFill>
              </a:defRPr>
            </a:pPr>
            <a:r>
              <a:t>✓ Complete CRUD operations for users, admins, and products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</a:defRPr>
            </a:pPr>
            <a:r>
              <a:t>This project showcases practical application of full-stack development skills and serves as a solid foundation for real-world food delivery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64A19"/>
                </a:solidFill>
              </a:defRPr>
            </a:pPr>
            <a:r>
              <a:t>🔗 GitHub: github.com/imvaibhav100/Foodfactory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E64A19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Thank you for your attention! 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500"/>
                </a:solidFill>
              </a:defRPr>
            </a:pPr>
            <a:r>
              <a:t>Feel free to ask any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